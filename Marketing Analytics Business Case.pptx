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6" r:id="rId5"/>
    <p:sldId id="258" r:id="rId6"/>
    <p:sldId id="260" r:id="rId7"/>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2C9CDA-06AD-448B-AE43-AF39E35C9415}" v="1" dt="2024-07-21T12:56:05.1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400" autoAdjust="0"/>
    <p:restoredTop sz="96236" autoAdjust="0"/>
  </p:normalViewPr>
  <p:slideViewPr>
    <p:cSldViewPr snapToGrid="0">
      <p:cViewPr varScale="1">
        <p:scale>
          <a:sx n="63" d="100"/>
          <a:sy n="63" d="100"/>
        </p:scale>
        <p:origin x="1092"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562C9CDA-06AD-448B-AE43-AF39E35C9415}"/>
    <pc:docChg chg="undo custSel addSld delSld modSld sldOrd">
      <pc:chgData name="Ali Ahmad" userId="d3510f94-5988-4c3a-9ef9-f2f99b91dc31" providerId="ADAL" clId="{562C9CDA-06AD-448B-AE43-AF39E35C9415}" dt="2024-08-04T07:10:37.151" v="306" actId="47"/>
      <pc:docMkLst>
        <pc:docMk/>
      </pc:docMkLst>
      <pc:sldChg chg="modSp mod">
        <pc:chgData name="Ali Ahmad" userId="d3510f94-5988-4c3a-9ef9-f2f99b91dc31" providerId="ADAL" clId="{562C9CDA-06AD-448B-AE43-AF39E35C9415}" dt="2024-07-26T16:34:33.157" v="266" actId="20577"/>
        <pc:sldMkLst>
          <pc:docMk/>
          <pc:sldMk cId="2772807980" sldId="256"/>
        </pc:sldMkLst>
        <pc:spChg chg="mod">
          <ac:chgData name="Ali Ahmad" userId="d3510f94-5988-4c3a-9ef9-f2f99b91dc31" providerId="ADAL" clId="{562C9CDA-06AD-448B-AE43-AF39E35C9415}" dt="2024-07-26T16:34:33.157" v="266" actId="20577"/>
          <ac:spMkLst>
            <pc:docMk/>
            <pc:sldMk cId="2772807980" sldId="256"/>
            <ac:spMk id="3" creationId="{C4EAED8B-40B8-2F67-2CA2-D6CB3B6F8578}"/>
          </ac:spMkLst>
        </pc:spChg>
      </pc:sldChg>
      <pc:sldChg chg="modSp mod">
        <pc:chgData name="Ali Ahmad" userId="d3510f94-5988-4c3a-9ef9-f2f99b91dc31" providerId="ADAL" clId="{562C9CDA-06AD-448B-AE43-AF39E35C9415}" dt="2024-07-21T12:56:32.117" v="22" actId="27636"/>
        <pc:sldMkLst>
          <pc:docMk/>
          <pc:sldMk cId="349862419" sldId="258"/>
        </pc:sldMkLst>
        <pc:spChg chg="mod">
          <ac:chgData name="Ali Ahmad" userId="d3510f94-5988-4c3a-9ef9-f2f99b91dc31" providerId="ADAL" clId="{562C9CDA-06AD-448B-AE43-AF39E35C9415}" dt="2024-07-20T14:34:31.603" v="11" actId="113"/>
          <ac:spMkLst>
            <pc:docMk/>
            <pc:sldMk cId="349862419" sldId="258"/>
            <ac:spMk id="2" creationId="{035C383B-F10C-7ECB-AA0D-9A79BD44F6B7}"/>
          </ac:spMkLst>
        </pc:spChg>
        <pc:spChg chg="mod">
          <ac:chgData name="Ali Ahmad" userId="d3510f94-5988-4c3a-9ef9-f2f99b91dc31" providerId="ADAL" clId="{562C9CDA-06AD-448B-AE43-AF39E35C9415}" dt="2024-07-21T12:56:32.117" v="22" actId="27636"/>
          <ac:spMkLst>
            <pc:docMk/>
            <pc:sldMk cId="349862419" sldId="258"/>
            <ac:spMk id="3" creationId="{F9AAA8B0-E93B-E9BB-8C09-E2F8D0D61EB5}"/>
          </ac:spMkLst>
        </pc:spChg>
      </pc:sldChg>
      <pc:sldChg chg="modSp del mod">
        <pc:chgData name="Ali Ahmad" userId="d3510f94-5988-4c3a-9ef9-f2f99b91dc31" providerId="ADAL" clId="{562C9CDA-06AD-448B-AE43-AF39E35C9415}" dt="2024-07-31T19:06:28.391" v="297" actId="2696"/>
        <pc:sldMkLst>
          <pc:docMk/>
          <pc:sldMk cId="2639771135" sldId="259"/>
        </pc:sldMkLst>
        <pc:spChg chg="mod">
          <ac:chgData name="Ali Ahmad" userId="d3510f94-5988-4c3a-9ef9-f2f99b91dc31" providerId="ADAL" clId="{562C9CDA-06AD-448B-AE43-AF39E35C9415}" dt="2024-07-21T18:20:48.487" v="247" actId="113"/>
          <ac:spMkLst>
            <pc:docMk/>
            <pc:sldMk cId="2639771135" sldId="259"/>
            <ac:spMk id="2" creationId="{72C2B2EC-99A5-254E-1B8F-9051BBBBDDFD}"/>
          </ac:spMkLst>
        </pc:spChg>
        <pc:spChg chg="mod">
          <ac:chgData name="Ali Ahmad" userId="d3510f94-5988-4c3a-9ef9-f2f99b91dc31" providerId="ADAL" clId="{562C9CDA-06AD-448B-AE43-AF39E35C9415}" dt="2024-07-22T10:52:00.584" v="252" actId="27636"/>
          <ac:spMkLst>
            <pc:docMk/>
            <pc:sldMk cId="2639771135" sldId="259"/>
            <ac:spMk id="3" creationId="{BE626091-3B69-DCC0-994D-701843DDEA07}"/>
          </ac:spMkLst>
        </pc:spChg>
      </pc:sldChg>
      <pc:sldChg chg="modSp mod">
        <pc:chgData name="Ali Ahmad" userId="d3510f94-5988-4c3a-9ef9-f2f99b91dc31" providerId="ADAL" clId="{562C9CDA-06AD-448B-AE43-AF39E35C9415}" dt="2024-07-21T18:20:51.581" v="248" actId="113"/>
        <pc:sldMkLst>
          <pc:docMk/>
          <pc:sldMk cId="3166029343" sldId="260"/>
        </pc:sldMkLst>
        <pc:spChg chg="mod">
          <ac:chgData name="Ali Ahmad" userId="d3510f94-5988-4c3a-9ef9-f2f99b91dc31" providerId="ADAL" clId="{562C9CDA-06AD-448B-AE43-AF39E35C9415}" dt="2024-07-21T18:20:51.581" v="248" actId="113"/>
          <ac:spMkLst>
            <pc:docMk/>
            <pc:sldMk cId="3166029343" sldId="260"/>
            <ac:spMk id="2" creationId="{6F41F449-8457-0E38-E3B4-75FA6F83C166}"/>
          </ac:spMkLst>
        </pc:spChg>
        <pc:spChg chg="mod">
          <ac:chgData name="Ali Ahmad" userId="d3510f94-5988-4c3a-9ef9-f2f99b91dc31" providerId="ADAL" clId="{562C9CDA-06AD-448B-AE43-AF39E35C9415}" dt="2024-07-21T13:02:38.648" v="56" actId="20577"/>
          <ac:spMkLst>
            <pc:docMk/>
            <pc:sldMk cId="3166029343" sldId="260"/>
            <ac:spMk id="3" creationId="{A96A4C0A-7CD6-52C8-5795-CE203917B8A2}"/>
          </ac:spMkLst>
        </pc:spChg>
      </pc:sldChg>
      <pc:sldChg chg="del">
        <pc:chgData name="Ali Ahmad" userId="d3510f94-5988-4c3a-9ef9-f2f99b91dc31" providerId="ADAL" clId="{562C9CDA-06AD-448B-AE43-AF39E35C9415}" dt="2024-07-21T13:01:33.887" v="29" actId="2696"/>
        <pc:sldMkLst>
          <pc:docMk/>
          <pc:sldMk cId="607336469" sldId="261"/>
        </pc:sldMkLst>
      </pc:sldChg>
      <pc:sldChg chg="modSp del mod ord">
        <pc:chgData name="Ali Ahmad" userId="d3510f94-5988-4c3a-9ef9-f2f99b91dc31" providerId="ADAL" clId="{562C9CDA-06AD-448B-AE43-AF39E35C9415}" dt="2024-08-04T07:10:36.309" v="305" actId="47"/>
        <pc:sldMkLst>
          <pc:docMk/>
          <pc:sldMk cId="2564379909" sldId="263"/>
        </pc:sldMkLst>
        <pc:spChg chg="mod">
          <ac:chgData name="Ali Ahmad" userId="d3510f94-5988-4c3a-9ef9-f2f99b91dc31" providerId="ADAL" clId="{562C9CDA-06AD-448B-AE43-AF39E35C9415}" dt="2024-07-31T19:05:17.669" v="289" actId="20577"/>
          <ac:spMkLst>
            <pc:docMk/>
            <pc:sldMk cId="2564379909" sldId="263"/>
            <ac:spMk id="2" creationId="{25E5519D-E5FA-5BA8-A4BA-A225CA110308}"/>
          </ac:spMkLst>
        </pc:spChg>
        <pc:spChg chg="mod">
          <ac:chgData name="Ali Ahmad" userId="d3510f94-5988-4c3a-9ef9-f2f99b91dc31" providerId="ADAL" clId="{562C9CDA-06AD-448B-AE43-AF39E35C9415}" dt="2024-07-31T19:05:48.602" v="293" actId="13926"/>
          <ac:spMkLst>
            <pc:docMk/>
            <pc:sldMk cId="2564379909" sldId="263"/>
            <ac:spMk id="3" creationId="{3AACD20F-C850-EB87-7F72-C016CF415169}"/>
          </ac:spMkLst>
        </pc:spChg>
      </pc:sldChg>
      <pc:sldChg chg="modSp add del mod">
        <pc:chgData name="Ali Ahmad" userId="d3510f94-5988-4c3a-9ef9-f2f99b91dc31" providerId="ADAL" clId="{562C9CDA-06AD-448B-AE43-AF39E35C9415}" dt="2024-08-04T07:10:34.257" v="303" actId="47"/>
        <pc:sldMkLst>
          <pc:docMk/>
          <pc:sldMk cId="3587581020" sldId="264"/>
        </pc:sldMkLst>
        <pc:spChg chg="mod">
          <ac:chgData name="Ali Ahmad" userId="d3510f94-5988-4c3a-9ef9-f2f99b91dc31" providerId="ADAL" clId="{562C9CDA-06AD-448B-AE43-AF39E35C9415}" dt="2024-07-31T19:04:07.624" v="282" actId="13926"/>
          <ac:spMkLst>
            <pc:docMk/>
            <pc:sldMk cId="3587581020" sldId="264"/>
            <ac:spMk id="5" creationId="{FFB07957-8AEC-E74B-74C4-5935935C9130}"/>
          </ac:spMkLst>
        </pc:spChg>
      </pc:sldChg>
      <pc:sldChg chg="modSp add del mod">
        <pc:chgData name="Ali Ahmad" userId="d3510f94-5988-4c3a-9ef9-f2f99b91dc31" providerId="ADAL" clId="{562C9CDA-06AD-448B-AE43-AF39E35C9415}" dt="2024-08-04T07:10:35.296" v="304" actId="47"/>
        <pc:sldMkLst>
          <pc:docMk/>
          <pc:sldMk cId="2996022595" sldId="265"/>
        </pc:sldMkLst>
        <pc:spChg chg="mod">
          <ac:chgData name="Ali Ahmad" userId="d3510f94-5988-4c3a-9ef9-f2f99b91dc31" providerId="ADAL" clId="{562C9CDA-06AD-448B-AE43-AF39E35C9415}" dt="2024-08-04T06:59:30.039" v="300" actId="13926"/>
          <ac:spMkLst>
            <pc:docMk/>
            <pc:sldMk cId="2996022595" sldId="265"/>
            <ac:spMk id="3" creationId="{3AACD20F-C850-EB87-7F72-C016CF415169}"/>
          </ac:spMkLst>
        </pc:spChg>
      </pc:sldChg>
      <pc:sldChg chg="add">
        <pc:chgData name="Ali Ahmad" userId="d3510f94-5988-4c3a-9ef9-f2f99b91dc31" providerId="ADAL" clId="{562C9CDA-06AD-448B-AE43-AF39E35C9415}" dt="2024-07-31T19:01:42.643" v="269" actId="2890"/>
        <pc:sldMkLst>
          <pc:docMk/>
          <pc:sldMk cId="2218198170" sldId="266"/>
        </pc:sldMkLst>
      </pc:sldChg>
      <pc:sldChg chg="add del">
        <pc:chgData name="Ali Ahmad" userId="d3510f94-5988-4c3a-9ef9-f2f99b91dc31" providerId="ADAL" clId="{562C9CDA-06AD-448B-AE43-AF39E35C9415}" dt="2024-07-31T19:06:18.516" v="296" actId="2696"/>
        <pc:sldMkLst>
          <pc:docMk/>
          <pc:sldMk cId="451296651" sldId="267"/>
        </pc:sldMkLst>
      </pc:sldChg>
      <pc:sldChg chg="modSp add del mod">
        <pc:chgData name="Ali Ahmad" userId="d3510f94-5988-4c3a-9ef9-f2f99b91dc31" providerId="ADAL" clId="{562C9CDA-06AD-448B-AE43-AF39E35C9415}" dt="2024-08-04T07:10:37.151" v="306" actId="47"/>
        <pc:sldMkLst>
          <pc:docMk/>
          <pc:sldMk cId="891365146" sldId="268"/>
        </pc:sldMkLst>
        <pc:spChg chg="mod">
          <ac:chgData name="Ali Ahmad" userId="d3510f94-5988-4c3a-9ef9-f2f99b91dc31" providerId="ADAL" clId="{562C9CDA-06AD-448B-AE43-AF39E35C9415}" dt="2024-08-04T07:04:16.399" v="302" actId="13926"/>
          <ac:spMkLst>
            <pc:docMk/>
            <pc:sldMk cId="891365146" sldId="268"/>
            <ac:spMk id="3" creationId="{BE626091-3B69-DCC0-994D-701843DDEA07}"/>
          </ac:spMkLst>
        </pc:spChg>
      </pc:sldChg>
      <pc:sldChg chg="add del">
        <pc:chgData name="Ali Ahmad" userId="d3510f94-5988-4c3a-9ef9-f2f99b91dc31" providerId="ADAL" clId="{562C9CDA-06AD-448B-AE43-AF39E35C9415}" dt="2024-07-31T19:06:32.545" v="298" actId="2696"/>
        <pc:sldMkLst>
          <pc:docMk/>
          <pc:sldMk cId="749400608" sldId="26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0CE39-0EF0-FF0A-11D1-2B186E6771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b-NO"/>
          </a:p>
        </p:txBody>
      </p:sp>
      <p:sp>
        <p:nvSpPr>
          <p:cNvPr id="3" name="Subtitle 2">
            <a:extLst>
              <a:ext uri="{FF2B5EF4-FFF2-40B4-BE49-F238E27FC236}">
                <a16:creationId xmlns:a16="http://schemas.microsoft.com/office/drawing/2014/main" id="{25606EE4-2806-FD97-2F4A-8D08235564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4" name="Date Placeholder 3">
            <a:extLst>
              <a:ext uri="{FF2B5EF4-FFF2-40B4-BE49-F238E27FC236}">
                <a16:creationId xmlns:a16="http://schemas.microsoft.com/office/drawing/2014/main" id="{8F76A06A-EFD8-C516-DA85-AD7D6CED954E}"/>
              </a:ext>
            </a:extLst>
          </p:cNvPr>
          <p:cNvSpPr>
            <a:spLocks noGrp="1"/>
          </p:cNvSpPr>
          <p:nvPr>
            <p:ph type="dt" sz="half" idx="10"/>
          </p:nvPr>
        </p:nvSpPr>
        <p:spPr/>
        <p:txBody>
          <a:bodyPr/>
          <a:lstStyle/>
          <a:p>
            <a:fld id="{1E4130FF-60BC-4C0C-AEE3-7285F2A694C4}" type="datetimeFigureOut">
              <a:rPr lang="nb-NO" smtClean="0"/>
              <a:t>06.06.2026</a:t>
            </a:fld>
            <a:endParaRPr lang="nb-NO"/>
          </a:p>
        </p:txBody>
      </p:sp>
      <p:sp>
        <p:nvSpPr>
          <p:cNvPr id="5" name="Footer Placeholder 4">
            <a:extLst>
              <a:ext uri="{FF2B5EF4-FFF2-40B4-BE49-F238E27FC236}">
                <a16:creationId xmlns:a16="http://schemas.microsoft.com/office/drawing/2014/main" id="{7F5C46B5-4E9A-692C-7C51-D0F9D323B27E}"/>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4F892B42-868D-DEDA-A785-81B42AB196CB}"/>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281776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8AE2D-A512-D6C9-2920-51D22732456B}"/>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928ECD40-FC63-7B14-893F-76B1DFC1A4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5B2E3FFB-4DC1-A56D-9904-E2AB94B28FF1}"/>
              </a:ext>
            </a:extLst>
          </p:cNvPr>
          <p:cNvSpPr>
            <a:spLocks noGrp="1"/>
          </p:cNvSpPr>
          <p:nvPr>
            <p:ph type="dt" sz="half" idx="10"/>
          </p:nvPr>
        </p:nvSpPr>
        <p:spPr/>
        <p:txBody>
          <a:bodyPr/>
          <a:lstStyle/>
          <a:p>
            <a:fld id="{1E4130FF-60BC-4C0C-AEE3-7285F2A694C4}" type="datetimeFigureOut">
              <a:rPr lang="nb-NO" smtClean="0"/>
              <a:t>06.06.2026</a:t>
            </a:fld>
            <a:endParaRPr lang="nb-NO"/>
          </a:p>
        </p:txBody>
      </p:sp>
      <p:sp>
        <p:nvSpPr>
          <p:cNvPr id="5" name="Footer Placeholder 4">
            <a:extLst>
              <a:ext uri="{FF2B5EF4-FFF2-40B4-BE49-F238E27FC236}">
                <a16:creationId xmlns:a16="http://schemas.microsoft.com/office/drawing/2014/main" id="{409B3995-EC48-2805-00D1-AAA27153A20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A205C80B-ABF8-6A37-C125-7BE9D17FED8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3891642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FE2C4-8E34-AA12-7FF5-EEAAD51AD4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b-NO"/>
          </a:p>
        </p:txBody>
      </p:sp>
      <p:sp>
        <p:nvSpPr>
          <p:cNvPr id="3" name="Text Placeholder 2">
            <a:extLst>
              <a:ext uri="{FF2B5EF4-FFF2-40B4-BE49-F238E27FC236}">
                <a16:creationId xmlns:a16="http://schemas.microsoft.com/office/drawing/2014/main" id="{DDC364D9-EE70-D331-FA78-65B64E5EF1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F75B80-CF8E-8161-CB6C-DBA88F0A0B7F}"/>
              </a:ext>
            </a:extLst>
          </p:cNvPr>
          <p:cNvSpPr>
            <a:spLocks noGrp="1"/>
          </p:cNvSpPr>
          <p:nvPr>
            <p:ph type="dt" sz="half" idx="10"/>
          </p:nvPr>
        </p:nvSpPr>
        <p:spPr/>
        <p:txBody>
          <a:bodyPr/>
          <a:lstStyle/>
          <a:p>
            <a:fld id="{1E4130FF-60BC-4C0C-AEE3-7285F2A694C4}" type="datetimeFigureOut">
              <a:rPr lang="nb-NO" smtClean="0"/>
              <a:t>06.06.2026</a:t>
            </a:fld>
            <a:endParaRPr lang="nb-NO"/>
          </a:p>
        </p:txBody>
      </p:sp>
      <p:sp>
        <p:nvSpPr>
          <p:cNvPr id="5" name="Footer Placeholder 4">
            <a:extLst>
              <a:ext uri="{FF2B5EF4-FFF2-40B4-BE49-F238E27FC236}">
                <a16:creationId xmlns:a16="http://schemas.microsoft.com/office/drawing/2014/main" id="{DA2253F2-F1CF-3ED5-B884-819265897E1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1AD1BE05-3657-961D-7543-5A7C2E8BEF3A}"/>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51796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08B6-1FFD-17AC-808B-E5BA177AFE30}"/>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6CCED98B-6CE0-78CC-3DAE-9C4941BB94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a:extLst>
              <a:ext uri="{FF2B5EF4-FFF2-40B4-BE49-F238E27FC236}">
                <a16:creationId xmlns:a16="http://schemas.microsoft.com/office/drawing/2014/main" id="{DC9F1D2B-973B-FDCE-5D56-264B7ABB7F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Date Placeholder 4">
            <a:extLst>
              <a:ext uri="{FF2B5EF4-FFF2-40B4-BE49-F238E27FC236}">
                <a16:creationId xmlns:a16="http://schemas.microsoft.com/office/drawing/2014/main" id="{475890CD-0FFD-4DA5-FF94-43DC8085AC42}"/>
              </a:ext>
            </a:extLst>
          </p:cNvPr>
          <p:cNvSpPr>
            <a:spLocks noGrp="1"/>
          </p:cNvSpPr>
          <p:nvPr>
            <p:ph type="dt" sz="half" idx="10"/>
          </p:nvPr>
        </p:nvSpPr>
        <p:spPr/>
        <p:txBody>
          <a:bodyPr/>
          <a:lstStyle/>
          <a:p>
            <a:fld id="{1E4130FF-60BC-4C0C-AEE3-7285F2A694C4}" type="datetimeFigureOut">
              <a:rPr lang="nb-NO" smtClean="0"/>
              <a:t>06.06.2026</a:t>
            </a:fld>
            <a:endParaRPr lang="nb-NO"/>
          </a:p>
        </p:txBody>
      </p:sp>
      <p:sp>
        <p:nvSpPr>
          <p:cNvPr id="6" name="Footer Placeholder 5">
            <a:extLst>
              <a:ext uri="{FF2B5EF4-FFF2-40B4-BE49-F238E27FC236}">
                <a16:creationId xmlns:a16="http://schemas.microsoft.com/office/drawing/2014/main" id="{6197F048-9ECE-9000-4E04-DF3970A1D459}"/>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630A301-FDA6-1580-F6CD-A5B13BC6861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191123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85908-2434-8304-4D80-B51C293D6D96}"/>
              </a:ext>
            </a:extLst>
          </p:cNvPr>
          <p:cNvSpPr>
            <a:spLocks noGrp="1"/>
          </p:cNvSpPr>
          <p:nvPr>
            <p:ph type="title"/>
          </p:nvPr>
        </p:nvSpPr>
        <p:spPr>
          <a:xfrm>
            <a:off x="839788" y="365125"/>
            <a:ext cx="10515600" cy="1325563"/>
          </a:xfrm>
        </p:spPr>
        <p:txBody>
          <a:bodyPr/>
          <a:lstStyle/>
          <a:p>
            <a:r>
              <a:rPr lang="en-US"/>
              <a:t>Click to edit Master title style</a:t>
            </a:r>
            <a:endParaRPr lang="nb-NO"/>
          </a:p>
        </p:txBody>
      </p:sp>
      <p:sp>
        <p:nvSpPr>
          <p:cNvPr id="3" name="Text Placeholder 2">
            <a:extLst>
              <a:ext uri="{FF2B5EF4-FFF2-40B4-BE49-F238E27FC236}">
                <a16:creationId xmlns:a16="http://schemas.microsoft.com/office/drawing/2014/main" id="{43F75414-A97A-0529-4820-9A6E06184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0977FA-AEEE-C0B4-990F-9DA0AC1E3E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a:extLst>
              <a:ext uri="{FF2B5EF4-FFF2-40B4-BE49-F238E27FC236}">
                <a16:creationId xmlns:a16="http://schemas.microsoft.com/office/drawing/2014/main" id="{6F2F0AC2-BEC1-EDAF-27BC-44AC28599C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DFC468-6535-08F7-FB3D-ADEB5C4D66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Date Placeholder 6">
            <a:extLst>
              <a:ext uri="{FF2B5EF4-FFF2-40B4-BE49-F238E27FC236}">
                <a16:creationId xmlns:a16="http://schemas.microsoft.com/office/drawing/2014/main" id="{3E87E0EA-2F4B-A0D9-28BC-4E36AF13B7C4}"/>
              </a:ext>
            </a:extLst>
          </p:cNvPr>
          <p:cNvSpPr>
            <a:spLocks noGrp="1"/>
          </p:cNvSpPr>
          <p:nvPr>
            <p:ph type="dt" sz="half" idx="10"/>
          </p:nvPr>
        </p:nvSpPr>
        <p:spPr/>
        <p:txBody>
          <a:bodyPr/>
          <a:lstStyle/>
          <a:p>
            <a:fld id="{1E4130FF-60BC-4C0C-AEE3-7285F2A694C4}" type="datetimeFigureOut">
              <a:rPr lang="nb-NO" smtClean="0"/>
              <a:t>06.06.2026</a:t>
            </a:fld>
            <a:endParaRPr lang="nb-NO"/>
          </a:p>
        </p:txBody>
      </p:sp>
      <p:sp>
        <p:nvSpPr>
          <p:cNvPr id="8" name="Footer Placeholder 7">
            <a:extLst>
              <a:ext uri="{FF2B5EF4-FFF2-40B4-BE49-F238E27FC236}">
                <a16:creationId xmlns:a16="http://schemas.microsoft.com/office/drawing/2014/main" id="{AF2D7A9F-47C7-A0F5-30B9-EF452D20CF23}"/>
              </a:ext>
            </a:extLst>
          </p:cNvPr>
          <p:cNvSpPr>
            <a:spLocks noGrp="1"/>
          </p:cNvSpPr>
          <p:nvPr>
            <p:ph type="ftr" sz="quarter" idx="11"/>
          </p:nvPr>
        </p:nvSpPr>
        <p:spPr/>
        <p:txBody>
          <a:bodyPr/>
          <a:lstStyle/>
          <a:p>
            <a:endParaRPr lang="nb-NO"/>
          </a:p>
        </p:txBody>
      </p:sp>
      <p:sp>
        <p:nvSpPr>
          <p:cNvPr id="9" name="Slide Number Placeholder 8">
            <a:extLst>
              <a:ext uri="{FF2B5EF4-FFF2-40B4-BE49-F238E27FC236}">
                <a16:creationId xmlns:a16="http://schemas.microsoft.com/office/drawing/2014/main" id="{D215049E-A493-B2A1-DA28-7E7F5D187FA9}"/>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4627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6180D-D4E7-DC95-4016-3D584D2D2A86}"/>
              </a:ext>
            </a:extLst>
          </p:cNvPr>
          <p:cNvSpPr>
            <a:spLocks noGrp="1"/>
          </p:cNvSpPr>
          <p:nvPr>
            <p:ph type="title"/>
          </p:nvPr>
        </p:nvSpPr>
        <p:spPr/>
        <p:txBody>
          <a:bodyPr/>
          <a:lstStyle/>
          <a:p>
            <a:r>
              <a:rPr lang="en-US"/>
              <a:t>Click to edit Master title style</a:t>
            </a:r>
            <a:endParaRPr lang="nb-NO"/>
          </a:p>
        </p:txBody>
      </p:sp>
      <p:sp>
        <p:nvSpPr>
          <p:cNvPr id="3" name="Date Placeholder 2">
            <a:extLst>
              <a:ext uri="{FF2B5EF4-FFF2-40B4-BE49-F238E27FC236}">
                <a16:creationId xmlns:a16="http://schemas.microsoft.com/office/drawing/2014/main" id="{700077DB-C074-B875-563C-3446B25EDA86}"/>
              </a:ext>
            </a:extLst>
          </p:cNvPr>
          <p:cNvSpPr>
            <a:spLocks noGrp="1"/>
          </p:cNvSpPr>
          <p:nvPr>
            <p:ph type="dt" sz="half" idx="10"/>
          </p:nvPr>
        </p:nvSpPr>
        <p:spPr/>
        <p:txBody>
          <a:bodyPr/>
          <a:lstStyle/>
          <a:p>
            <a:fld id="{1E4130FF-60BC-4C0C-AEE3-7285F2A694C4}" type="datetimeFigureOut">
              <a:rPr lang="nb-NO" smtClean="0"/>
              <a:t>06.06.2026</a:t>
            </a:fld>
            <a:endParaRPr lang="nb-NO"/>
          </a:p>
        </p:txBody>
      </p:sp>
      <p:sp>
        <p:nvSpPr>
          <p:cNvPr id="4" name="Footer Placeholder 3">
            <a:extLst>
              <a:ext uri="{FF2B5EF4-FFF2-40B4-BE49-F238E27FC236}">
                <a16:creationId xmlns:a16="http://schemas.microsoft.com/office/drawing/2014/main" id="{0B9B1B0B-6516-1BF8-FF0D-AED30891FC5E}"/>
              </a:ext>
            </a:extLst>
          </p:cNvPr>
          <p:cNvSpPr>
            <a:spLocks noGrp="1"/>
          </p:cNvSpPr>
          <p:nvPr>
            <p:ph type="ftr" sz="quarter" idx="11"/>
          </p:nvPr>
        </p:nvSpPr>
        <p:spPr/>
        <p:txBody>
          <a:bodyPr/>
          <a:lstStyle/>
          <a:p>
            <a:endParaRPr lang="nb-NO"/>
          </a:p>
        </p:txBody>
      </p:sp>
      <p:sp>
        <p:nvSpPr>
          <p:cNvPr id="5" name="Slide Number Placeholder 4">
            <a:extLst>
              <a:ext uri="{FF2B5EF4-FFF2-40B4-BE49-F238E27FC236}">
                <a16:creationId xmlns:a16="http://schemas.microsoft.com/office/drawing/2014/main" id="{266B6FB4-B4BA-7EB8-7E92-26D846E5DB9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7013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C55FA8-EE12-07EA-0FD5-064AC8C094EE}"/>
              </a:ext>
            </a:extLst>
          </p:cNvPr>
          <p:cNvSpPr>
            <a:spLocks noGrp="1"/>
          </p:cNvSpPr>
          <p:nvPr>
            <p:ph type="dt" sz="half" idx="10"/>
          </p:nvPr>
        </p:nvSpPr>
        <p:spPr/>
        <p:txBody>
          <a:bodyPr/>
          <a:lstStyle/>
          <a:p>
            <a:fld id="{1E4130FF-60BC-4C0C-AEE3-7285F2A694C4}" type="datetimeFigureOut">
              <a:rPr lang="nb-NO" smtClean="0"/>
              <a:t>06.06.2026</a:t>
            </a:fld>
            <a:endParaRPr lang="nb-NO"/>
          </a:p>
        </p:txBody>
      </p:sp>
      <p:sp>
        <p:nvSpPr>
          <p:cNvPr id="3" name="Footer Placeholder 2">
            <a:extLst>
              <a:ext uri="{FF2B5EF4-FFF2-40B4-BE49-F238E27FC236}">
                <a16:creationId xmlns:a16="http://schemas.microsoft.com/office/drawing/2014/main" id="{89672E48-8948-1FC6-E5F5-A5C73B0DBB36}"/>
              </a:ext>
            </a:extLst>
          </p:cNvPr>
          <p:cNvSpPr>
            <a:spLocks noGrp="1"/>
          </p:cNvSpPr>
          <p:nvPr>
            <p:ph type="ftr" sz="quarter" idx="11"/>
          </p:nvPr>
        </p:nvSpPr>
        <p:spPr/>
        <p:txBody>
          <a:bodyPr/>
          <a:lstStyle/>
          <a:p>
            <a:endParaRPr lang="nb-NO"/>
          </a:p>
        </p:txBody>
      </p:sp>
      <p:sp>
        <p:nvSpPr>
          <p:cNvPr id="4" name="Slide Number Placeholder 3">
            <a:extLst>
              <a:ext uri="{FF2B5EF4-FFF2-40B4-BE49-F238E27FC236}">
                <a16:creationId xmlns:a16="http://schemas.microsoft.com/office/drawing/2014/main" id="{40B357AB-02D0-C856-831B-96C972F7C81E}"/>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0200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90C88-C536-E8E8-8406-F050DDE8D3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Content Placeholder 2">
            <a:extLst>
              <a:ext uri="{FF2B5EF4-FFF2-40B4-BE49-F238E27FC236}">
                <a16:creationId xmlns:a16="http://schemas.microsoft.com/office/drawing/2014/main" id="{C35609D0-765E-DA28-DD8C-22857B14A9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Text Placeholder 3">
            <a:extLst>
              <a:ext uri="{FF2B5EF4-FFF2-40B4-BE49-F238E27FC236}">
                <a16:creationId xmlns:a16="http://schemas.microsoft.com/office/drawing/2014/main" id="{34C7711D-E970-C19B-ACC8-9CD7CDE11C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5E1DE5-0D30-56EA-97C6-08EC63156EBA}"/>
              </a:ext>
            </a:extLst>
          </p:cNvPr>
          <p:cNvSpPr>
            <a:spLocks noGrp="1"/>
          </p:cNvSpPr>
          <p:nvPr>
            <p:ph type="dt" sz="half" idx="10"/>
          </p:nvPr>
        </p:nvSpPr>
        <p:spPr/>
        <p:txBody>
          <a:bodyPr/>
          <a:lstStyle/>
          <a:p>
            <a:fld id="{1E4130FF-60BC-4C0C-AEE3-7285F2A694C4}" type="datetimeFigureOut">
              <a:rPr lang="nb-NO" smtClean="0"/>
              <a:t>06.06.2026</a:t>
            </a:fld>
            <a:endParaRPr lang="nb-NO"/>
          </a:p>
        </p:txBody>
      </p:sp>
      <p:sp>
        <p:nvSpPr>
          <p:cNvPr id="6" name="Footer Placeholder 5">
            <a:extLst>
              <a:ext uri="{FF2B5EF4-FFF2-40B4-BE49-F238E27FC236}">
                <a16:creationId xmlns:a16="http://schemas.microsoft.com/office/drawing/2014/main" id="{85E5AB69-0C1E-BB87-3642-857592FE00D2}"/>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211DD4C-CE03-16A1-9894-F92BD29E0CE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74109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8E1C1-3DE8-A60A-91B5-3B335A38E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Picture Placeholder 2">
            <a:extLst>
              <a:ext uri="{FF2B5EF4-FFF2-40B4-BE49-F238E27FC236}">
                <a16:creationId xmlns:a16="http://schemas.microsoft.com/office/drawing/2014/main" id="{2E3B37F7-0488-B5D1-1492-72975D6C4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Text Placeholder 3">
            <a:extLst>
              <a:ext uri="{FF2B5EF4-FFF2-40B4-BE49-F238E27FC236}">
                <a16:creationId xmlns:a16="http://schemas.microsoft.com/office/drawing/2014/main" id="{C1190D8C-284F-97F5-7ED5-A143D0D312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57039E-345B-0D2B-8932-A7577CE5C90B}"/>
              </a:ext>
            </a:extLst>
          </p:cNvPr>
          <p:cNvSpPr>
            <a:spLocks noGrp="1"/>
          </p:cNvSpPr>
          <p:nvPr>
            <p:ph type="dt" sz="half" idx="10"/>
          </p:nvPr>
        </p:nvSpPr>
        <p:spPr/>
        <p:txBody>
          <a:bodyPr/>
          <a:lstStyle/>
          <a:p>
            <a:fld id="{1E4130FF-60BC-4C0C-AEE3-7285F2A694C4}" type="datetimeFigureOut">
              <a:rPr lang="nb-NO" smtClean="0"/>
              <a:t>06.06.2026</a:t>
            </a:fld>
            <a:endParaRPr lang="nb-NO"/>
          </a:p>
        </p:txBody>
      </p:sp>
      <p:sp>
        <p:nvSpPr>
          <p:cNvPr id="6" name="Footer Placeholder 5">
            <a:extLst>
              <a:ext uri="{FF2B5EF4-FFF2-40B4-BE49-F238E27FC236}">
                <a16:creationId xmlns:a16="http://schemas.microsoft.com/office/drawing/2014/main" id="{63054B33-9CE0-8946-C9A9-F73F19F5A1AC}"/>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B968926-E7D8-DB30-BF78-CA0CD91F53F5}"/>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875258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48EF3-76E2-6293-EB4F-9224EB13F494}"/>
              </a:ext>
            </a:extLst>
          </p:cNvPr>
          <p:cNvSpPr>
            <a:spLocks noGrp="1"/>
          </p:cNvSpPr>
          <p:nvPr>
            <p:ph type="title"/>
          </p:nvPr>
        </p:nvSpPr>
        <p:spPr/>
        <p:txBody>
          <a:bodyPr/>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FB47CC23-5886-7C95-77AE-8E5AE2008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8A5F4C95-CB22-1FEB-99BC-968F581D364B}"/>
              </a:ext>
            </a:extLst>
          </p:cNvPr>
          <p:cNvSpPr>
            <a:spLocks noGrp="1"/>
          </p:cNvSpPr>
          <p:nvPr>
            <p:ph type="dt" sz="half" idx="10"/>
          </p:nvPr>
        </p:nvSpPr>
        <p:spPr/>
        <p:txBody>
          <a:bodyPr/>
          <a:lstStyle/>
          <a:p>
            <a:fld id="{1E4130FF-60BC-4C0C-AEE3-7285F2A694C4}" type="datetimeFigureOut">
              <a:rPr lang="nb-NO" smtClean="0"/>
              <a:t>06.06.2026</a:t>
            </a:fld>
            <a:endParaRPr lang="nb-NO"/>
          </a:p>
        </p:txBody>
      </p:sp>
      <p:sp>
        <p:nvSpPr>
          <p:cNvPr id="5" name="Footer Placeholder 4">
            <a:extLst>
              <a:ext uri="{FF2B5EF4-FFF2-40B4-BE49-F238E27FC236}">
                <a16:creationId xmlns:a16="http://schemas.microsoft.com/office/drawing/2014/main" id="{B5B5F739-8F62-B980-6487-7A040F5A8C5F}"/>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330A8889-9AA9-2BD7-1A2A-9BF62FB58CB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32274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7C4CF8-3424-5860-C02A-037A7182CB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CC061A0F-DF36-7A16-9E4E-F590C893A5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6C7637A-739E-E7BE-A828-260C61348499}"/>
              </a:ext>
            </a:extLst>
          </p:cNvPr>
          <p:cNvSpPr>
            <a:spLocks noGrp="1"/>
          </p:cNvSpPr>
          <p:nvPr>
            <p:ph type="dt" sz="half" idx="10"/>
          </p:nvPr>
        </p:nvSpPr>
        <p:spPr/>
        <p:txBody>
          <a:bodyPr/>
          <a:lstStyle/>
          <a:p>
            <a:fld id="{1E4130FF-60BC-4C0C-AEE3-7285F2A694C4}" type="datetimeFigureOut">
              <a:rPr lang="nb-NO" smtClean="0"/>
              <a:t>06.06.2026</a:t>
            </a:fld>
            <a:endParaRPr lang="nb-NO"/>
          </a:p>
        </p:txBody>
      </p:sp>
      <p:sp>
        <p:nvSpPr>
          <p:cNvPr id="5" name="Footer Placeholder 4">
            <a:extLst>
              <a:ext uri="{FF2B5EF4-FFF2-40B4-BE49-F238E27FC236}">
                <a16:creationId xmlns:a16="http://schemas.microsoft.com/office/drawing/2014/main" id="{D7C978ED-6B55-BC69-9035-D5FE994CB1A9}"/>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6A094C69-D7A6-BED6-BCAE-07F886F828C1}"/>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4083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1CF4ED-0AF2-5018-03CD-B667836E53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b-NO"/>
          </a:p>
        </p:txBody>
      </p:sp>
      <p:sp>
        <p:nvSpPr>
          <p:cNvPr id="3" name="Text Placeholder 2">
            <a:extLst>
              <a:ext uri="{FF2B5EF4-FFF2-40B4-BE49-F238E27FC236}">
                <a16:creationId xmlns:a16="http://schemas.microsoft.com/office/drawing/2014/main" id="{03D106B1-4B46-D273-F8FA-7A729C50E3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1F2F5D5-48B2-F98C-BBC6-80CCC61BA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4130FF-60BC-4C0C-AEE3-7285F2A694C4}" type="datetimeFigureOut">
              <a:rPr lang="nb-NO" smtClean="0"/>
              <a:t>06.06.2026</a:t>
            </a:fld>
            <a:endParaRPr lang="nb-NO"/>
          </a:p>
        </p:txBody>
      </p:sp>
      <p:sp>
        <p:nvSpPr>
          <p:cNvPr id="5" name="Footer Placeholder 4">
            <a:extLst>
              <a:ext uri="{FF2B5EF4-FFF2-40B4-BE49-F238E27FC236}">
                <a16:creationId xmlns:a16="http://schemas.microsoft.com/office/drawing/2014/main" id="{3C8316BC-FE1B-3A40-C00D-A6AA45EC7A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Slide Number Placeholder 5">
            <a:extLst>
              <a:ext uri="{FF2B5EF4-FFF2-40B4-BE49-F238E27FC236}">
                <a16:creationId xmlns:a16="http://schemas.microsoft.com/office/drawing/2014/main" id="{C9A5389C-088B-425B-7712-DEA55E4050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9F6004-803D-4B18-B659-7E2122392222}" type="slidenum">
              <a:rPr lang="nb-NO" smtClean="0"/>
              <a:t>‹#›</a:t>
            </a:fld>
            <a:endParaRPr lang="nb-NO"/>
          </a:p>
        </p:txBody>
      </p:sp>
    </p:spTree>
    <p:extLst>
      <p:ext uri="{BB962C8B-B14F-4D97-AF65-F5344CB8AC3E}">
        <p14:creationId xmlns:p14="http://schemas.microsoft.com/office/powerpoint/2010/main" val="766233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BBA98-EC22-9272-C976-54487400DC99}"/>
              </a:ext>
            </a:extLst>
          </p:cNvPr>
          <p:cNvSpPr>
            <a:spLocks noGrp="1"/>
          </p:cNvSpPr>
          <p:nvPr>
            <p:ph type="ctrTitle"/>
          </p:nvPr>
        </p:nvSpPr>
        <p:spPr/>
        <p:txBody>
          <a:bodyPr/>
          <a:lstStyle/>
          <a:p>
            <a:r>
              <a:rPr lang="en-US" b="1" dirty="0"/>
              <a:t>Marketing Analytics Business Case</a:t>
            </a:r>
            <a:endParaRPr lang="nb-NO" b="1" dirty="0"/>
          </a:p>
        </p:txBody>
      </p:sp>
      <p:sp>
        <p:nvSpPr>
          <p:cNvPr id="3" name="Subtitle 2">
            <a:extLst>
              <a:ext uri="{FF2B5EF4-FFF2-40B4-BE49-F238E27FC236}">
                <a16:creationId xmlns:a16="http://schemas.microsoft.com/office/drawing/2014/main" id="{C4EAED8B-40B8-2F67-2CA2-D6CB3B6F8578}"/>
              </a:ext>
            </a:extLst>
          </p:cNvPr>
          <p:cNvSpPr>
            <a:spLocks noGrp="1"/>
          </p:cNvSpPr>
          <p:nvPr>
            <p:ph type="subTitle" idx="1"/>
          </p:nvPr>
        </p:nvSpPr>
        <p:spPr/>
        <p:txBody>
          <a:bodyPr/>
          <a:lstStyle/>
          <a:p>
            <a:r>
              <a:rPr lang="nb-NO" dirty="0" smtClean="0"/>
              <a:t>Mashal Yaqoob</a:t>
            </a:r>
            <a:endParaRPr lang="nb-NO" dirty="0"/>
          </a:p>
          <a:p>
            <a:endParaRPr lang="nb-NO" dirty="0"/>
          </a:p>
        </p:txBody>
      </p:sp>
    </p:spTree>
    <p:extLst>
      <p:ext uri="{BB962C8B-B14F-4D97-AF65-F5344CB8AC3E}">
        <p14:creationId xmlns:p14="http://schemas.microsoft.com/office/powerpoint/2010/main" val="277280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41373F-6A73-4B5F-E4FC-95E89DA16583}"/>
              </a:ext>
            </a:extLst>
          </p:cNvPr>
          <p:cNvSpPr>
            <a:spLocks noGrp="1"/>
          </p:cNvSpPr>
          <p:nvPr>
            <p:ph type="title"/>
          </p:nvPr>
        </p:nvSpPr>
        <p:spPr/>
        <p:txBody>
          <a:bodyPr/>
          <a:lstStyle/>
          <a:p>
            <a:r>
              <a:rPr lang="en-US" b="1" dirty="0"/>
              <a:t>Introduction to Business Problem</a:t>
            </a:r>
            <a:endParaRPr lang="nb-NO" b="1" dirty="0"/>
          </a:p>
        </p:txBody>
      </p:sp>
      <p:sp>
        <p:nvSpPr>
          <p:cNvPr id="5" name="Content Placeholder 4">
            <a:extLst>
              <a:ext uri="{FF2B5EF4-FFF2-40B4-BE49-F238E27FC236}">
                <a16:creationId xmlns:a16="http://schemas.microsoft.com/office/drawing/2014/main" id="{FFB07957-8AEC-E74B-74C4-5935935C9130}"/>
              </a:ext>
            </a:extLst>
          </p:cNvPr>
          <p:cNvSpPr>
            <a:spLocks noGrp="1"/>
          </p:cNvSpPr>
          <p:nvPr>
            <p:ph idx="1"/>
          </p:nvPr>
        </p:nvSpPr>
        <p:spPr>
          <a:xfrm>
            <a:off x="838200" y="1843209"/>
            <a:ext cx="10515600" cy="4351338"/>
          </a:xfrm>
        </p:spPr>
        <p:txBody>
          <a:bodyPr>
            <a:normAutofit fontScale="55000" lnSpcReduction="20000"/>
          </a:bodyPr>
          <a:lstStyle/>
          <a:p>
            <a:pPr>
              <a:lnSpc>
                <a:spcPct val="170000"/>
              </a:lnSpc>
            </a:pPr>
            <a:r>
              <a:rPr lang="en-US" dirty="0" err="1">
                <a:latin typeface="Arial" panose="020B0604020202020204" pitchFamily="34" charset="0"/>
                <a:cs typeface="Arial" panose="020B0604020202020204" pitchFamily="34" charset="0"/>
              </a:rPr>
              <a:t>ShopEasy</a:t>
            </a:r>
            <a:r>
              <a:rPr lang="en-US" dirty="0">
                <a:latin typeface="Arial" panose="020B0604020202020204" pitchFamily="34" charset="0"/>
                <a:cs typeface="Arial" panose="020B0604020202020204" pitchFamily="34" charset="0"/>
              </a:rPr>
              <a:t>, an online retail business, is facing reduced customer engagement and conversion rates despite launching several new online marketing campaigns. They are reaching out to you to help conduct a detailed analysis and identify areas for improvement in their marketing strategies</a:t>
            </a:r>
            <a:r>
              <a:rPr lang="en-US" dirty="0"/>
              <a:t>.</a:t>
            </a:r>
          </a:p>
          <a:p>
            <a:pPr>
              <a:lnSpc>
                <a:spcPct val="170000"/>
              </a:lnSpc>
            </a:pPr>
            <a:endParaRPr lang="en-US" dirty="0"/>
          </a:p>
          <a:p>
            <a:pPr>
              <a:lnSpc>
                <a:spcPct val="170000"/>
              </a:lnSpc>
            </a:pPr>
            <a:r>
              <a:rPr lang="en-US" b="1" dirty="0">
                <a:latin typeface="Arial" panose="020B0604020202020204" pitchFamily="34" charset="0"/>
                <a:cs typeface="Arial" panose="020B0604020202020204" pitchFamily="34" charset="0"/>
              </a:rPr>
              <a:t>Key Points:</a:t>
            </a:r>
            <a:endParaRPr lang="en-US" dirty="0">
              <a:latin typeface="Arial" panose="020B0604020202020204" pitchFamily="34" charset="0"/>
              <a:cs typeface="Arial" panose="020B0604020202020204" pitchFamily="34" charset="0"/>
            </a:endParaRPr>
          </a:p>
          <a:p>
            <a:pPr lvl="1">
              <a:lnSpc>
                <a:spcPct val="170000"/>
              </a:lnSpc>
            </a:pPr>
            <a:r>
              <a:rPr lang="en-US" b="1" dirty="0">
                <a:latin typeface="Arial" panose="020B0604020202020204" pitchFamily="34" charset="0"/>
                <a:cs typeface="Arial" panose="020B0604020202020204" pitchFamily="34" charset="0"/>
              </a:rPr>
              <a:t>Reduced Customer Engagement:</a:t>
            </a:r>
            <a:r>
              <a:rPr lang="en-US" dirty="0">
                <a:latin typeface="Arial" panose="020B0604020202020204" pitchFamily="34" charset="0"/>
                <a:cs typeface="Arial" panose="020B0604020202020204" pitchFamily="34" charset="0"/>
              </a:rPr>
              <a:t> The number of customer interactions and engagement with the site and marketing content has declined.</a:t>
            </a:r>
          </a:p>
          <a:p>
            <a:pPr lvl="1">
              <a:lnSpc>
                <a:spcPct val="170000"/>
              </a:lnSpc>
            </a:pPr>
            <a:r>
              <a:rPr lang="en-US" b="1" dirty="0">
                <a:latin typeface="Arial" panose="020B0604020202020204" pitchFamily="34" charset="0"/>
                <a:cs typeface="Arial" panose="020B0604020202020204" pitchFamily="34" charset="0"/>
              </a:rPr>
              <a:t>Decreased Conversion Rates:</a:t>
            </a:r>
            <a:r>
              <a:rPr lang="en-US" dirty="0">
                <a:latin typeface="Arial" panose="020B0604020202020204" pitchFamily="34" charset="0"/>
                <a:cs typeface="Arial" panose="020B0604020202020204" pitchFamily="34" charset="0"/>
              </a:rPr>
              <a:t> Fewer site visitors are converting into paying customers.</a:t>
            </a:r>
          </a:p>
          <a:p>
            <a:pPr lvl="1">
              <a:lnSpc>
                <a:spcPct val="170000"/>
              </a:lnSpc>
            </a:pPr>
            <a:r>
              <a:rPr lang="en-US" b="1" dirty="0">
                <a:latin typeface="Arial" panose="020B0604020202020204" pitchFamily="34" charset="0"/>
                <a:cs typeface="Arial" panose="020B0604020202020204" pitchFamily="34" charset="0"/>
              </a:rPr>
              <a:t>High Marketing Expenses:</a:t>
            </a:r>
            <a:r>
              <a:rPr lang="en-US" dirty="0">
                <a:latin typeface="Arial" panose="020B0604020202020204" pitchFamily="34" charset="0"/>
                <a:cs typeface="Arial" panose="020B0604020202020204" pitchFamily="34" charset="0"/>
              </a:rPr>
              <a:t> Significant investments in marketing campaigns are not yielding expected returns.</a:t>
            </a:r>
          </a:p>
          <a:p>
            <a:pPr lvl="1">
              <a:lnSpc>
                <a:spcPct val="170000"/>
              </a:lnSpc>
            </a:pPr>
            <a:r>
              <a:rPr lang="en-US" b="1" dirty="0">
                <a:latin typeface="Arial" panose="020B0604020202020204" pitchFamily="34" charset="0"/>
                <a:cs typeface="Arial" panose="020B0604020202020204" pitchFamily="34" charset="0"/>
              </a:rPr>
              <a:t>Need for Customer Feedback Analysis:</a:t>
            </a:r>
            <a:r>
              <a:rPr lang="en-US" dirty="0">
                <a:latin typeface="Arial" panose="020B0604020202020204" pitchFamily="34" charset="0"/>
                <a:cs typeface="Arial" panose="020B0604020202020204" pitchFamily="34" charset="0"/>
              </a:rPr>
              <a:t> Understanding customer opinions about products and services is crucial for improving engagement and conversions.</a:t>
            </a:r>
          </a:p>
        </p:txBody>
      </p:sp>
    </p:spTree>
    <p:extLst>
      <p:ext uri="{BB962C8B-B14F-4D97-AF65-F5344CB8AC3E}">
        <p14:creationId xmlns:p14="http://schemas.microsoft.com/office/powerpoint/2010/main" val="1239468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fontScale="90000"/>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latin typeface="Arial" panose="020B0604020202020204" pitchFamily="34" charset="0"/>
                <a:cs typeface="Arial" panose="020B0604020202020204" pitchFamily="34" charset="0"/>
              </a:rPr>
              <a:t>Hi Data Analyst,</a:t>
            </a:r>
          </a:p>
          <a:p>
            <a:pPr marL="0" indent="0">
              <a:lnSpc>
                <a:spcPct val="170000"/>
              </a:lnSpc>
              <a:buNone/>
            </a:pPr>
            <a:r>
              <a:rPr lang="en-US" dirty="0">
                <a:latin typeface="Arial" panose="020B0604020202020204" pitchFamily="34" charset="0"/>
                <a:cs typeface="Arial" panose="020B0604020202020204" pitchFamily="34" charset="0"/>
              </a:rPr>
              <a:t>I hope this email finds you well. I’m the Marketing Manager at </a:t>
            </a:r>
            <a:r>
              <a:rPr lang="en-US" dirty="0" err="1">
                <a:latin typeface="Arial" panose="020B0604020202020204" pitchFamily="34" charset="0"/>
                <a:cs typeface="Arial" panose="020B0604020202020204" pitchFamily="34" charset="0"/>
              </a:rPr>
              <a:t>ShopEasy</a:t>
            </a:r>
            <a:r>
              <a:rPr lang="en-US" dirty="0">
                <a:latin typeface="Arial" panose="020B0604020202020204" pitchFamily="34" charset="0"/>
                <a:cs typeface="Arial" panose="020B0604020202020204" pitchFamily="34" charset="0"/>
              </a:rPr>
              <a:t>. We’ve been facing some challenges with our marketing campaigns lately, and I’m reaching out to request your expertise in data analysis to help us identify areas for improvement.</a:t>
            </a:r>
          </a:p>
          <a:p>
            <a:pPr marL="0" indent="0">
              <a:lnSpc>
                <a:spcPct val="170000"/>
              </a:lnSpc>
              <a:buNone/>
            </a:pPr>
            <a:r>
              <a:rPr lang="en-US" dirty="0">
                <a:latin typeface="Arial" panose="020B0604020202020204" pitchFamily="34" charset="0"/>
                <a:cs typeface="Arial" panose="020B0604020202020204" pitchFamily="34" charset="0"/>
              </a:rPr>
              <a:t>Despite our increased investment in marketing, we’ve observed a decline in customer engagement and conversion rates. Our marketing expenses have gone up, but the return on investment isn’t meeting our expectations. We need a comprehensive analysis to understand the effectiveness of our current strategies and to find opportunities to optimize our efforts.</a:t>
            </a:r>
          </a:p>
          <a:p>
            <a:pPr marL="0" indent="0">
              <a:lnSpc>
                <a:spcPct val="170000"/>
              </a:lnSpc>
              <a:buNone/>
            </a:pPr>
            <a:r>
              <a:rPr lang="en-US" dirty="0">
                <a:latin typeface="Arial" panose="020B0604020202020204" pitchFamily="34" charset="0"/>
                <a:cs typeface="Arial" panose="020B0604020202020204" pitchFamily="34" charset="0"/>
              </a:rPr>
              <a:t>We have data from various sources, including customer reviews, social media comments, and campaign performance metrics. Your insights will be invaluable in helping us turn this situation around.</a:t>
            </a:r>
          </a:p>
          <a:p>
            <a:pPr marL="0" indent="0">
              <a:lnSpc>
                <a:spcPct val="170000"/>
              </a:lnSpc>
              <a:buNone/>
            </a:pPr>
            <a:r>
              <a:rPr lang="en-US" dirty="0">
                <a:latin typeface="Arial" panose="020B0604020202020204" pitchFamily="34" charset="0"/>
                <a:cs typeface="Arial" panose="020B0604020202020204" pitchFamily="34" charset="0"/>
              </a:rPr>
              <a:t>Looking forward to your response.</a:t>
            </a:r>
          </a:p>
          <a:p>
            <a:pPr marL="0" indent="0">
              <a:lnSpc>
                <a:spcPct val="170000"/>
              </a:lnSpc>
              <a:buNone/>
            </a:pPr>
            <a:r>
              <a:rPr lang="en-US" dirty="0">
                <a:latin typeface="Arial" panose="020B0604020202020204" pitchFamily="34" charset="0"/>
                <a:cs typeface="Arial" panose="020B0604020202020204" pitchFamily="34" charset="0"/>
              </a:rPr>
              <a:t>Best regards,</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Jane Doe</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Marketing Manager</a:t>
            </a:r>
          </a:p>
        </p:txBody>
      </p:sp>
    </p:spTree>
    <p:extLst>
      <p:ext uri="{BB962C8B-B14F-4D97-AF65-F5344CB8AC3E}">
        <p14:creationId xmlns:p14="http://schemas.microsoft.com/office/powerpoint/2010/main" val="456862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fontScale="90000"/>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latin typeface="Arial" panose="020B0604020202020204" pitchFamily="34" charset="0"/>
                <a:cs typeface="Arial" panose="020B0604020202020204" pitchFamily="34" charset="0"/>
              </a:rPr>
              <a:t>Hi Data Analyst,</a:t>
            </a:r>
          </a:p>
          <a:p>
            <a:pPr marL="0" indent="0">
              <a:lnSpc>
                <a:spcPct val="170000"/>
              </a:lnSpc>
              <a:buNone/>
            </a:pPr>
            <a:r>
              <a:rPr lang="en-US" dirty="0">
                <a:latin typeface="Arial" panose="020B0604020202020204" pitchFamily="34" charset="0"/>
                <a:cs typeface="Arial" panose="020B0604020202020204" pitchFamily="34" charset="0"/>
              </a:rPr>
              <a:t>I’m the Customer Experience Manager at </a:t>
            </a:r>
            <a:r>
              <a:rPr lang="en-US" dirty="0" err="1">
                <a:latin typeface="Arial" panose="020B0604020202020204" pitchFamily="34" charset="0"/>
                <a:cs typeface="Arial" panose="020B0604020202020204" pitchFamily="34" charset="0"/>
              </a:rPr>
              <a:t>ShopEasy</a:t>
            </a:r>
            <a:r>
              <a:rPr lang="en-US" dirty="0">
                <a:latin typeface="Arial" panose="020B0604020202020204" pitchFamily="34" charset="0"/>
                <a:cs typeface="Arial" panose="020B0604020202020204" pitchFamily="34" charset="0"/>
              </a:rPr>
              <a:t>, and I’m writing to seek your help with analyzing our customer feedback. Over the past few months, we’ve noticed a drop in customer engagement and satisfaction, which is impacting our overall conversion rates.</a:t>
            </a:r>
          </a:p>
          <a:p>
            <a:pPr marL="0" indent="0">
              <a:lnSpc>
                <a:spcPct val="170000"/>
              </a:lnSpc>
              <a:buNone/>
            </a:pPr>
            <a:r>
              <a:rPr lang="en-US" dirty="0">
                <a:latin typeface="Arial" panose="020B0604020202020204" pitchFamily="34" charset="0"/>
                <a:cs typeface="Arial" panose="020B0604020202020204" pitchFamily="34" charset="0"/>
              </a:rPr>
              <a:t>We’ve gathered a significant amount of customer reviews and social media comments that highlight various issues and sentiments. We believe that by thoroughly analyzing this feedback, we can gain a better understanding of our customers' needs and pain points.</a:t>
            </a:r>
          </a:p>
          <a:p>
            <a:pPr marL="0" indent="0">
              <a:lnSpc>
                <a:spcPct val="170000"/>
              </a:lnSpc>
              <a:buNone/>
            </a:pPr>
            <a:r>
              <a:rPr lang="en-US" dirty="0">
                <a:latin typeface="Arial" panose="020B0604020202020204" pitchFamily="34" charset="0"/>
                <a:cs typeface="Arial" panose="020B0604020202020204" pitchFamily="34" charset="0"/>
              </a:rPr>
              <a:t>Your expertise in data analysis will be crucial in helping us decode this feedback and provide actionable insights. We hope this will guide us in improving our customer experience and ultimately boost our engagement and conversion rates.</a:t>
            </a:r>
          </a:p>
          <a:p>
            <a:pPr marL="0" indent="0">
              <a:lnSpc>
                <a:spcPct val="170000"/>
              </a:lnSpc>
              <a:buNone/>
            </a:pPr>
            <a:r>
              <a:rPr lang="en-US" dirty="0">
                <a:latin typeface="Arial" panose="020B0604020202020204" pitchFamily="34" charset="0"/>
                <a:cs typeface="Arial" panose="020B0604020202020204" pitchFamily="34" charset="0"/>
              </a:rPr>
              <a:t>Thank you for your assistance.</a:t>
            </a:r>
          </a:p>
          <a:p>
            <a:pPr marL="0" indent="0">
              <a:lnSpc>
                <a:spcPct val="170000"/>
              </a:lnSpc>
              <a:buNone/>
            </a:pPr>
            <a:r>
              <a:rPr lang="en-US" dirty="0">
                <a:latin typeface="Arial" panose="020B0604020202020204" pitchFamily="34" charset="0"/>
                <a:cs typeface="Arial" panose="020B0604020202020204" pitchFamily="34" charset="0"/>
              </a:rPr>
              <a:t>Best regards,</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John Smith</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Customer Experience Manager</a:t>
            </a:r>
            <a:br>
              <a:rPr lang="en-US" dirty="0">
                <a:latin typeface="Arial" panose="020B0604020202020204" pitchFamily="34" charset="0"/>
                <a:cs typeface="Arial" panose="020B0604020202020204" pitchFamily="34" charset="0"/>
              </a:rPr>
            </a:br>
            <a:r>
              <a:rPr lang="en-US" dirty="0" err="1">
                <a:latin typeface="Arial" panose="020B0604020202020204" pitchFamily="34" charset="0"/>
                <a:cs typeface="Arial" panose="020B0604020202020204" pitchFamily="34" charset="0"/>
              </a:rPr>
              <a:t>ShopEasy</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18198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383B-F10C-7ECB-AA0D-9A79BD44F6B7}"/>
              </a:ext>
            </a:extLst>
          </p:cNvPr>
          <p:cNvSpPr>
            <a:spLocks noGrp="1"/>
          </p:cNvSpPr>
          <p:nvPr>
            <p:ph type="title"/>
          </p:nvPr>
        </p:nvSpPr>
        <p:spPr/>
        <p:txBody>
          <a:bodyPr/>
          <a:lstStyle/>
          <a:p>
            <a:r>
              <a:rPr lang="en-US" b="1" dirty="0"/>
              <a:t>Key Performance Indicators (KPIs)</a:t>
            </a:r>
            <a:endParaRPr lang="nb-NO" b="1" dirty="0"/>
          </a:p>
        </p:txBody>
      </p:sp>
      <p:sp>
        <p:nvSpPr>
          <p:cNvPr id="3" name="Content Placeholder 2">
            <a:extLst>
              <a:ext uri="{FF2B5EF4-FFF2-40B4-BE49-F238E27FC236}">
                <a16:creationId xmlns:a16="http://schemas.microsoft.com/office/drawing/2014/main" id="{F9AAA8B0-E93B-E9BB-8C09-E2F8D0D61EB5}"/>
              </a:ext>
            </a:extLst>
          </p:cNvPr>
          <p:cNvSpPr>
            <a:spLocks noGrp="1"/>
          </p:cNvSpPr>
          <p:nvPr>
            <p:ph idx="1"/>
          </p:nvPr>
        </p:nvSpPr>
        <p:spPr/>
        <p:txBody>
          <a:bodyPr>
            <a:normAutofit fontScale="92500" lnSpcReduction="20000"/>
          </a:bodyPr>
          <a:lstStyle/>
          <a:p>
            <a:pPr>
              <a:lnSpc>
                <a:spcPct val="150000"/>
              </a:lnSpc>
            </a:pPr>
            <a:r>
              <a:rPr lang="en-US" b="1" dirty="0">
                <a:latin typeface="Arial" panose="020B0604020202020204" pitchFamily="34" charset="0"/>
                <a:cs typeface="Arial" panose="020B0604020202020204" pitchFamily="34" charset="0"/>
              </a:rPr>
              <a:t>Conversion Rate: </a:t>
            </a:r>
            <a:r>
              <a:rPr lang="en-US" dirty="0">
                <a:latin typeface="Arial" panose="020B0604020202020204" pitchFamily="34" charset="0"/>
                <a:cs typeface="Arial" panose="020B0604020202020204" pitchFamily="34" charset="0"/>
              </a:rPr>
              <a:t>Percentage of website visitors who make a purchase.</a:t>
            </a:r>
          </a:p>
          <a:p>
            <a:pPr>
              <a:lnSpc>
                <a:spcPct val="150000"/>
              </a:lnSpc>
            </a:pPr>
            <a:r>
              <a:rPr lang="en-US" b="1" dirty="0">
                <a:latin typeface="Arial" panose="020B0604020202020204" pitchFamily="34" charset="0"/>
                <a:cs typeface="Arial" panose="020B0604020202020204" pitchFamily="34" charset="0"/>
              </a:rPr>
              <a:t>Customer Engagement Rate: </a:t>
            </a:r>
            <a:r>
              <a:rPr lang="en-US" dirty="0">
                <a:latin typeface="Arial" panose="020B0604020202020204" pitchFamily="34" charset="0"/>
                <a:cs typeface="Arial" panose="020B0604020202020204" pitchFamily="34" charset="0"/>
              </a:rPr>
              <a:t>Level of interaction with marketing content (clicks, likes, comments).</a:t>
            </a:r>
          </a:p>
          <a:p>
            <a:pPr>
              <a:lnSpc>
                <a:spcPct val="150000"/>
              </a:lnSpc>
            </a:pPr>
            <a:r>
              <a:rPr lang="en-US" b="1" dirty="0">
                <a:latin typeface="Arial" panose="020B0604020202020204" pitchFamily="34" charset="0"/>
                <a:cs typeface="Arial" panose="020B0604020202020204" pitchFamily="34" charset="0"/>
              </a:rPr>
              <a:t>Average Order Value (AOV): </a:t>
            </a:r>
            <a:r>
              <a:rPr lang="en-US" dirty="0">
                <a:latin typeface="Arial" panose="020B0604020202020204" pitchFamily="34" charset="0"/>
                <a:cs typeface="Arial" panose="020B0604020202020204" pitchFamily="34" charset="0"/>
              </a:rPr>
              <a:t>Average amount spent by a customer per transaction.</a:t>
            </a:r>
          </a:p>
          <a:p>
            <a:pPr>
              <a:lnSpc>
                <a:spcPct val="150000"/>
              </a:lnSpc>
            </a:pPr>
            <a:r>
              <a:rPr lang="en-US" b="1" dirty="0">
                <a:latin typeface="Arial" panose="020B0604020202020204" pitchFamily="34" charset="0"/>
                <a:cs typeface="Arial" panose="020B0604020202020204" pitchFamily="34" charset="0"/>
              </a:rPr>
              <a:t>Customer Feedback Score: </a:t>
            </a:r>
            <a:r>
              <a:rPr lang="en-US" dirty="0">
                <a:latin typeface="Arial" panose="020B0604020202020204" pitchFamily="34" charset="0"/>
                <a:cs typeface="Arial" panose="020B0604020202020204" pitchFamily="34" charset="0"/>
              </a:rPr>
              <a:t>Average rating from customer reviews.</a:t>
            </a:r>
            <a:endParaRPr lang="nb-NO"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9862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F449-8457-0E38-E3B4-75FA6F83C166}"/>
              </a:ext>
            </a:extLst>
          </p:cNvPr>
          <p:cNvSpPr>
            <a:spLocks noGrp="1"/>
          </p:cNvSpPr>
          <p:nvPr>
            <p:ph type="title"/>
          </p:nvPr>
        </p:nvSpPr>
        <p:spPr/>
        <p:txBody>
          <a:bodyPr/>
          <a:lstStyle/>
          <a:p>
            <a:r>
              <a:rPr lang="en-US" b="1" dirty="0"/>
              <a:t>Goals</a:t>
            </a:r>
            <a:endParaRPr lang="nb-NO" b="1" dirty="0"/>
          </a:p>
        </p:txBody>
      </p:sp>
      <p:sp>
        <p:nvSpPr>
          <p:cNvPr id="3" name="Content Placeholder 2">
            <a:extLst>
              <a:ext uri="{FF2B5EF4-FFF2-40B4-BE49-F238E27FC236}">
                <a16:creationId xmlns:a16="http://schemas.microsoft.com/office/drawing/2014/main" id="{A96A4C0A-7CD6-52C8-5795-CE203917B8A2}"/>
              </a:ext>
            </a:extLst>
          </p:cNvPr>
          <p:cNvSpPr>
            <a:spLocks noGrp="1"/>
          </p:cNvSpPr>
          <p:nvPr>
            <p:ph idx="1"/>
          </p:nvPr>
        </p:nvSpPr>
        <p:spPr/>
        <p:txBody>
          <a:bodyPr>
            <a:normAutofit fontScale="62500" lnSpcReduction="20000"/>
          </a:bodyPr>
          <a:lstStyle/>
          <a:p>
            <a:pPr>
              <a:lnSpc>
                <a:spcPct val="170000"/>
              </a:lnSpc>
            </a:pPr>
            <a:r>
              <a:rPr lang="en-US" b="1" dirty="0">
                <a:latin typeface="Arial" panose="020B0604020202020204" pitchFamily="34" charset="0"/>
                <a:cs typeface="Arial" panose="020B0604020202020204" pitchFamily="34" charset="0"/>
              </a:rPr>
              <a:t>Increase Conversion Rates:</a:t>
            </a:r>
          </a:p>
          <a:p>
            <a:pPr lvl="1">
              <a:lnSpc>
                <a:spcPct val="170000"/>
              </a:lnSpc>
            </a:pPr>
            <a:r>
              <a:rPr lang="en-US" b="1" dirty="0">
                <a:latin typeface="Arial" panose="020B0604020202020204" pitchFamily="34" charset="0"/>
                <a:cs typeface="Arial" panose="020B0604020202020204" pitchFamily="34" charset="0"/>
              </a:rPr>
              <a:t>Goal: </a:t>
            </a:r>
            <a:r>
              <a:rPr lang="en-US" dirty="0">
                <a:latin typeface="Arial" panose="020B0604020202020204" pitchFamily="34" charset="0"/>
                <a:cs typeface="Arial" panose="020B0604020202020204" pitchFamily="34" charset="0"/>
              </a:rPr>
              <a:t>Identify factors impacting the conversion rate and provide recommendations to improve it.</a:t>
            </a:r>
          </a:p>
          <a:p>
            <a:pPr lvl="1">
              <a:lnSpc>
                <a:spcPct val="170000"/>
              </a:lnSpc>
            </a:pPr>
            <a:r>
              <a:rPr lang="en-US" b="1" dirty="0">
                <a:latin typeface="Arial" panose="020B0604020202020204" pitchFamily="34" charset="0"/>
                <a:cs typeface="Arial" panose="020B0604020202020204" pitchFamily="34" charset="0"/>
              </a:rPr>
              <a:t>Insight: </a:t>
            </a:r>
            <a:r>
              <a:rPr lang="en-US" dirty="0">
                <a:latin typeface="Arial" panose="020B0604020202020204" pitchFamily="34" charset="0"/>
                <a:cs typeface="Arial" panose="020B0604020202020204" pitchFamily="34" charset="0"/>
              </a:rPr>
              <a:t>Highlight key stages where visitors drop off and suggest improvements to optimize the conversion funnel.</a:t>
            </a:r>
          </a:p>
          <a:p>
            <a:pPr>
              <a:lnSpc>
                <a:spcPct val="170000"/>
              </a:lnSpc>
            </a:pPr>
            <a:r>
              <a:rPr lang="en-US" b="1" dirty="0">
                <a:latin typeface="Arial" panose="020B0604020202020204" pitchFamily="34" charset="0"/>
                <a:cs typeface="Arial" panose="020B0604020202020204" pitchFamily="34" charset="0"/>
              </a:rPr>
              <a:t>Enhance Customer Engagement:</a:t>
            </a:r>
            <a:endParaRPr lang="en-US" dirty="0">
              <a:latin typeface="Arial" panose="020B0604020202020204" pitchFamily="34" charset="0"/>
              <a:cs typeface="Arial" panose="020B0604020202020204" pitchFamily="34" charset="0"/>
            </a:endParaRPr>
          </a:p>
          <a:p>
            <a:pPr lvl="1">
              <a:lnSpc>
                <a:spcPct val="170000"/>
              </a:lnSpc>
            </a:pPr>
            <a:r>
              <a:rPr lang="en-US" b="1" dirty="0">
                <a:latin typeface="Arial" panose="020B0604020202020204" pitchFamily="34" charset="0"/>
                <a:cs typeface="Arial" panose="020B0604020202020204" pitchFamily="34" charset="0"/>
              </a:rPr>
              <a:t>Goal:</a:t>
            </a:r>
            <a:r>
              <a:rPr lang="en-US" dirty="0">
                <a:latin typeface="Arial" panose="020B0604020202020204" pitchFamily="34" charset="0"/>
                <a:cs typeface="Arial" panose="020B0604020202020204" pitchFamily="34" charset="0"/>
              </a:rPr>
              <a:t> Determine which types of content drive the highest engagement. </a:t>
            </a:r>
          </a:p>
          <a:p>
            <a:pPr lvl="1">
              <a:lnSpc>
                <a:spcPct val="170000"/>
              </a:lnSpc>
            </a:pPr>
            <a:r>
              <a:rPr lang="en-US" b="1" dirty="0">
                <a:latin typeface="Arial" panose="020B0604020202020204" pitchFamily="34" charset="0"/>
                <a:cs typeface="Arial" panose="020B0604020202020204" pitchFamily="34" charset="0"/>
              </a:rPr>
              <a:t>Insight:</a:t>
            </a:r>
            <a:r>
              <a:rPr lang="en-US" dirty="0">
                <a:latin typeface="Arial" panose="020B0604020202020204" pitchFamily="34" charset="0"/>
                <a:cs typeface="Arial" panose="020B0604020202020204" pitchFamily="34" charset="0"/>
              </a:rPr>
              <a:t> Analyze interaction levels with different types of marketing content to inform better content strategies.</a:t>
            </a:r>
          </a:p>
          <a:p>
            <a:pPr>
              <a:lnSpc>
                <a:spcPct val="170000"/>
              </a:lnSpc>
            </a:pPr>
            <a:r>
              <a:rPr lang="en-US" b="1" dirty="0">
                <a:latin typeface="Arial" panose="020B0604020202020204" pitchFamily="34" charset="0"/>
                <a:cs typeface="Arial" panose="020B0604020202020204" pitchFamily="34" charset="0"/>
              </a:rPr>
              <a:t>Improve Customer Feedback Scores:</a:t>
            </a:r>
            <a:endParaRPr lang="en-US" dirty="0">
              <a:latin typeface="Arial" panose="020B0604020202020204" pitchFamily="34" charset="0"/>
              <a:cs typeface="Arial" panose="020B0604020202020204" pitchFamily="34" charset="0"/>
            </a:endParaRPr>
          </a:p>
          <a:p>
            <a:pPr lvl="1">
              <a:lnSpc>
                <a:spcPct val="170000"/>
              </a:lnSpc>
            </a:pPr>
            <a:r>
              <a:rPr lang="en-US" b="1" dirty="0">
                <a:latin typeface="Arial" panose="020B0604020202020204" pitchFamily="34" charset="0"/>
                <a:cs typeface="Arial" panose="020B0604020202020204" pitchFamily="34" charset="0"/>
              </a:rPr>
              <a:t>Goal:</a:t>
            </a:r>
            <a:r>
              <a:rPr lang="en-US" dirty="0">
                <a:latin typeface="Arial" panose="020B0604020202020204" pitchFamily="34" charset="0"/>
                <a:cs typeface="Arial" panose="020B0604020202020204" pitchFamily="34" charset="0"/>
              </a:rPr>
              <a:t> Understand common themes in customer reviews and provide actionable insights.</a:t>
            </a:r>
          </a:p>
          <a:p>
            <a:pPr lvl="1">
              <a:lnSpc>
                <a:spcPct val="170000"/>
              </a:lnSpc>
            </a:pPr>
            <a:r>
              <a:rPr lang="en-US" b="1" dirty="0">
                <a:latin typeface="Arial" panose="020B0604020202020204" pitchFamily="34" charset="0"/>
                <a:cs typeface="Arial" panose="020B0604020202020204" pitchFamily="34" charset="0"/>
              </a:rPr>
              <a:t>Insight:</a:t>
            </a:r>
            <a:r>
              <a:rPr lang="en-US" dirty="0">
                <a:latin typeface="Arial" panose="020B0604020202020204" pitchFamily="34" charset="0"/>
                <a:cs typeface="Arial" panose="020B0604020202020204" pitchFamily="34" charset="0"/>
              </a:rPr>
              <a:t> Identify recurring positive and negative feedback to guide product and service improvements.</a:t>
            </a:r>
          </a:p>
        </p:txBody>
      </p:sp>
    </p:spTree>
    <p:extLst>
      <p:ext uri="{BB962C8B-B14F-4D97-AF65-F5344CB8AC3E}">
        <p14:creationId xmlns:p14="http://schemas.microsoft.com/office/powerpoint/2010/main" val="31660293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451</TotalTime>
  <Words>599</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Marketing Analytics Business Case</vt:lpstr>
      <vt:lpstr>Introduction to Business Problem</vt:lpstr>
      <vt:lpstr>Subject: Request for Data Analysis to Improve Marketing Strategy</vt:lpstr>
      <vt:lpstr>Subject: Request for Data Analysis to Improve Marketing Strategy</vt:lpstr>
      <vt:lpstr>Key Performance Indicators (KPIs)</vt:lpstr>
      <vt:lpstr>Goals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Analytics Business Case</dc:title>
  <dc:creator>Ali Ahmad</dc:creator>
  <cp:lastModifiedBy>ESHOP</cp:lastModifiedBy>
  <cp:revision>2</cp:revision>
  <dcterms:created xsi:type="dcterms:W3CDTF">2024-07-20T13:50:58Z</dcterms:created>
  <dcterms:modified xsi:type="dcterms:W3CDTF">2026-06-05T23:41:06Z</dcterms:modified>
</cp:coreProperties>
</file>